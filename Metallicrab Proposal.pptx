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5a62b4a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5a62b4a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5a62b4a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5a62b4a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5a62b4a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5a62b4a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5a62b4a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5a62b4a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5a62b4a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5a62b4a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5a62b4a3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5a62b4a3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5a62b4a3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5a62b4a3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Significance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What’s Been Done?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&amp; Hypotheses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Manipulated</a:t>
            </a:r>
            <a:r>
              <a:rPr lang="en"/>
              <a:t> Variables &amp; Observed Responses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Design &amp; Sketch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Results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